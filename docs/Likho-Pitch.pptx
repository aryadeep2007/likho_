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7600" b="1">
                <a:solidFill>
                  <a:srgbClr val="1C1A17"/>
                </a:solidFill>
                <a:latin typeface="Calibri"/>
              </a:rPr>
              <a:t>Likho</a:t>
            </a:r>
          </a:p>
          <a:p>
            <a:pPr algn="l">
              <a:spcAft>
                <a:spcPts val="2000"/>
              </a:spcAft>
            </a:pPr>
            <a:r>
              <a:rPr sz="2600" b="0">
                <a:solidFill>
                  <a:srgbClr val="C2410C"/>
                </a:solidFill>
                <a:latin typeface="Calibri"/>
              </a:rPr>
              <a:t>Ek blog jo ek hi file me aata hai.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6B6459"/>
                </a:solidFill>
                <a:latin typeface="Calibri"/>
              </a:rPr>
              <a:t>No server. No install. No account. No internet.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459"/>
                </a:solidFill>
                <a:latin typeface="Calibri"/>
              </a:rPr>
              <a:t>team ke naam yahan likhna  · 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Blog banane me dikkat kya 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Hosting chahiye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Vercel, Netlify, kuch na kuch. Account banao, deploy karo.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Ya phir bhaari software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WordPress ko database chahiye. Publii 100 MB+ ka Electron app hai.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Static site generator?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Hugo build karta hai, par host phir bhi khud karna padta hai.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Aur internet toh chahiye hi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Offline likhna ho, ya kisi ko dikhana ho — mushkil.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2410C"/>
                </a:solidFill>
                <a:latin typeface="Calibri"/>
              </a:rPr>
              <a:t>Hum sirf likhna chahte the aur kisi ko dikhana chahte the. Bas.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0"/>
              </a:spcAft>
            </a:pPr>
            <a:r>
              <a:rPr sz="3400" b="1">
                <a:solidFill>
                  <a:srgbClr val="1C1A17"/>
                </a:solidFill>
                <a:latin typeface="Calibri"/>
              </a:rPr>
              <a:t>Toh humne peeche se sab hata diya.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6B6459"/>
                </a:solidFill>
                <a:latin typeface="Calibri"/>
              </a:rPr>
              <a:t>Ek 10 MB ki .exe file. Double-click karo, blog chalu.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6B6459"/>
                </a:solidFill>
                <a:latin typeface="Calibri"/>
              </a:rPr>
              <a:t>Posts bagal wale folder me .md files ban jate hain.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6B6459"/>
                </a:solidFill>
                <a:latin typeface="Calibri"/>
              </a:rPr>
              <a:t>Database nahi hai. Config file nahi hai. Setup nahi hai.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Kaam kaise karta 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1.  run.bat pe double-click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Batch file bas likho.exe chala deti hai. Aur kuch nahi.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2.  Andar ek chhota web server chalu hota hai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Go me likha hai. HTML, CSS, JS sab binary ke andar embed hai.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3.  Browser apne aap khul jata hai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localhost:4000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4.  Jo likhoge wo file me save ho jata hai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blog-data/posts/*.md — Notepad se bhi khol sakte 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Sabse mazedaar part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6B6459"/>
                </a:solidFill>
                <a:latin typeface="Calibri"/>
              </a:rPr>
              <a:t>Server localhost pe nahi, poore network pe sunta 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>
                <a:solidFill>
                  <a:srgbClr val="1C1A17"/>
                </a:solidFill>
                <a:latin typeface="Calibri"/>
              </a:rPr>
              <a:t>Header me QR button dabao.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C1A17"/>
                </a:solidFill>
                <a:latin typeface="Calibri"/>
              </a:rPr>
              <a:t>Apne phone se scan karo.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1C1A17"/>
                </a:solidFill>
                <a:latin typeface="Calibri"/>
              </a:rPr>
              <a:t>Blog phone me khul jata hai.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C2410C"/>
                </a:solidFill>
                <a:latin typeface="Calibri"/>
              </a:rPr>
              <a:t>Same wifi pe jo bhi hai, wo padh sakta hai.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6B6459"/>
                </a:solidFill>
                <a:latin typeface="Calibri"/>
              </a:rPr>
              <a:t>Koi hosting nahi. Koi domain nahi. Koi internet nahi. Koi paisa nahi.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Ideas ko jodna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6B6459"/>
                </a:solidFill>
                <a:latin typeface="Calibri"/>
              </a:rPr>
              <a:t>[[dusre post ka naam]] likho — wo link ban jata 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Post exist nahi karta?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Link click karo, editor us naam se khul jayega. Wahin bana lo.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Naksha page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Poora jaal dikhta hai — kaunsa idea kis se juda hai. Gole ghuma sakte ho.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Backlinks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Har post ke neeche dikhta hai ki kahan kahan se link aaya hai.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6459"/>
                </a:solidFill>
                <a:latin typeface="Calibri"/>
              </a:rPr>
              <a:t>Ye idea Obsidian se liya hai. Chhupa nahi rahe — bas ab ye ek live blog ke andar hai, static site generator me nahi.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Log kahan bore hote hain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6B6459"/>
                </a:solidFill>
                <a:latin typeface="Calibri"/>
              </a:rPr>
              <a:t>Har post ke left me ek patli patti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1C1A17"/>
                </a:solidFill>
                <a:latin typeface="Calibri"/>
              </a:rPr>
              <a:t>Jahan gehra rang hai — wahan tak log padhte hain.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1C1A17"/>
                </a:solidFill>
                <a:latin typeface="Calibri"/>
              </a:rPr>
              <a:t>Jahan halka pad jata hai — wahin log bhaag jate 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6B6459"/>
                </a:solidFill>
                <a:latin typeface="Calibri"/>
              </a:rPr>
              <a:t>Medium batata hai kitne % logo ne post padha.</a:t>
            </a:r>
          </a:p>
          <a:p>
            <a:pPr algn="l">
              <a:spcAft>
                <a:spcPts val="2000"/>
              </a:spcAft>
            </a:pPr>
            <a:r>
              <a:rPr sz="2100" b="1">
                <a:solidFill>
                  <a:srgbClr val="C2410C"/>
                </a:solidFill>
                <a:latin typeface="Calibri"/>
              </a:rPr>
              <a:t>Ye batata hai kaunsa paragraph unhe bhaga raha hai.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Koi cookie nahi. Koi tracking ID nahi. Koi Google Analytics nahi. Bas ek counter, usi text file me, isi computer 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Naya kya hai, aur kya nahi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6B6459"/>
                </a:solidFill>
                <a:latin typeface="Calibri"/>
              </a:rPr>
              <a:t>Ye normal cheezein hain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Search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Dark mode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Markdown editor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Tags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Revision history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Related posts (TF-IDF)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Reading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0574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C2410C"/>
                </a:solidFill>
                <a:latin typeface="Calibri"/>
              </a:rPr>
              <a:t>Ye alag hai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1A17"/>
                </a:solidFill>
                <a:latin typeface="Calibri"/>
              </a:rPr>
              <a:t>Blog hi ek .exe hai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1A17"/>
                </a:solidFill>
                <a:latin typeface="Calibri"/>
              </a:rPr>
              <a:t>QR se poora kamra padh sakta hai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1A17"/>
                </a:solidFill>
                <a:latin typeface="Calibri"/>
              </a:rPr>
              <a:t>Bina internet ke chalta hai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1A17"/>
                </a:solidFill>
                <a:latin typeface="Calibri"/>
              </a:rPr>
              <a:t>Paragraph-level drop-off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1A17"/>
                </a:solidFill>
                <a:latin typeface="Calibri"/>
              </a:rPr>
              <a:t>Poora blog ek file me carry karo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6459"/>
                </a:solidFill>
                <a:latin typeface="Calibri"/>
              </a:rPr>
              <a:t>Hum ye nahi keh rahe ki humne 12 cheezein invent ki hain. Ek architecture choose kiya hai, aur uske faayde ye hain.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Banaya kaise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Go, ek single static binary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CGO_ENABLED=0 — kisi runtime ki zarurat nahi. Windows pe 9.7 MB.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Sirf 2 dependencies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goldmark (markdown) aur go-qrcode. Baaki sab standard library.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Koi database nahi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Markdown files + ek chhota front-matter parser.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Koi frontend framework nahi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Vanilla JS. Graph canvas pe haath se likha hua force simulation hai.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Linux pe banaya, Windows ke liye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Docker me cross-compile, phir Wine me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C1A17"/>
                </a:solidFill>
                <a:latin typeface="Calibri"/>
              </a:rPr>
              <a:t>Jo abhi nahi 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Login nahi hai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Same wifi pe jo hai wo edit kar sakta hai. Ghar/college ke network pe theek hai, cafe ke wifi pe nahi.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Image upload nahi hai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Bahar ke URL chalte hain.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C1A17"/>
                </a:solidFill>
                <a:latin typeface="Calibri"/>
              </a:rPr>
              <a:t>Ek hi banda edit kare</a:t>
            </a:r>
          </a:p>
          <a:p>
            <a:pPr algn="l">
              <a:spcAft>
                <a:spcPts val="1500"/>
              </a:spcAft>
            </a:pPr>
            <a:r>
              <a:rPr sz="1600" b="0">
                <a:solidFill>
                  <a:srgbClr val="6B6459"/>
                </a:solidFill>
                <a:latin typeface="Calibri"/>
              </a:rPr>
              <a:t>Do log saath me edit karenge toh baad wala jeetega.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6B6459"/>
                </a:solidFill>
                <a:latin typeface="Calibri"/>
              </a:rPr>
              <a:t>Aage kya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1C1A17"/>
                </a:solidFill>
                <a:latin typeface="Calibri"/>
              </a:rPr>
              <a:t>Reader kis link pe click karta hai uske hisaab se naksha ki lines moti-patli karna. Aur "abhi 3 log padh rahe hain" LAN pe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4600" b="1">
                <a:solidFill>
                  <a:srgbClr val="1C1A17"/>
                </a:solidFill>
                <a:latin typeface="Calibri"/>
              </a:rPr>
              <a:t>Khud chala ke dekho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6B6459"/>
                </a:solidFill>
                <a:latin typeface="Calibri"/>
              </a:rPr>
              <a:t>Zip extract karo  →  run.bat pe double-click  →  ho gaya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C2410C"/>
                </a:solidFill>
                <a:latin typeface="Calibri"/>
              </a:rPr>
              <a:t>Ya QR scan kar lo, abhi isi kamre me khul jayega.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459"/>
                </a:solidFill>
                <a:latin typeface="Calibri"/>
              </a:rPr>
              <a:t>Likho  ·  github pe link yahan daalna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